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9A7FA0-EF87-4155-B303-3EFC823435A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DB71A-0F18-4EB7-B955-67ED0A723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2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DB71A-0F18-4EB7-B955-67ED0A723A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66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DB71A-0F18-4EB7-B955-67ED0A723A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795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DB71A-0F18-4EB7-B955-67ED0A723A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3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653D-E937-1AEA-0EFE-60F3D84CA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35FAE-2382-EE9B-2072-752BEA1FF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E318A-C6B5-F47C-BFBB-EE029BB5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A0F80-C2F6-69A1-50D4-ED5FB7A7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10DF3-12DD-239B-820F-7B4557BF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72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5C85-6ED3-E1C7-571A-E60C7822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8B681-0E27-4AED-8714-61BA1589F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FFA3-27AA-616E-28AD-E19C8EBB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FE4E-DB59-2DAA-6AC7-9430A19F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973BA-9ACC-E8D6-2DEA-4A4E7553C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6677B-C234-53F4-A5A0-D7D9265A1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21620-6B94-2C90-8628-4E28A3319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E07BA-A72E-FB24-7A5B-DAA09632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5BB0B-2FC0-63DF-9403-7BEBBDF8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EE870-A118-EBD6-9700-71AEE63F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62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FBF1-08E3-AF7C-ED95-8ED89E34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B519-AFB8-DFBE-CECA-70C5823F1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CA47F-EF0F-E784-3608-A47488F87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52F82-AFFB-1FF8-4266-92C38FDD4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B0D9E-0007-C255-09AC-06BE9C79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AC104-3D44-E4B0-86C7-7D1C3F95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06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AAF7-0132-BDF4-8FAA-CAE8C3EB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0CD02-B559-52C1-32D4-5F72E655C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7FBA2-F09E-A23B-B5A1-9DB4309FF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06FF8-02AA-2EDB-E331-3A25ED603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C00348-6AB1-9523-CFAC-5CE5B412A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641BC-EB5B-3D22-22E2-D7E1A169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E9880-B015-D6ED-7F63-3785760A6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CFAD3-5BD1-76E7-03AE-2FB1A1F81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3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A6159-DA3A-7C0B-F22B-FA0B62DB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0030D-25D2-495E-5514-B0243E54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1C7A4B-964B-5B85-CF50-FD5E1882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2A841A-A100-844D-3EBB-E1E89203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4A89F-81C2-1E70-0516-AB310FD8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CDC21-0B55-3D13-B4EC-46D82D44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D4F59-4EA6-E8B5-5A9D-D5D44283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2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C285-F142-0126-7561-4821CF55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F4A8C-4A1A-116D-5597-2C111EE6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0A5D9-4E6A-1ADD-CA1C-37F77E351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0CB15-E252-8138-E05E-C748976B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25D01-185D-0E55-E12C-96312DD2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EBD6C-007A-9E0D-8596-BAFDDAC7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385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B2C9-FC46-AFE6-B9AD-7F6975D8A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5B791-7632-5CCF-6C8A-73E9D640A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2868C-CFA0-C631-C4EA-44F71F605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3A818-725B-1B70-9B9B-3725C40B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172A5-FCB5-F376-5A88-E34EDB5E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16FC3-A000-D5EE-DB46-DFC0C8FB7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4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3780-CFF4-1BCF-C0F5-848EC08A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A9FB6-D3AA-A375-FEB4-2F5649C93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A2A40-6327-3F87-8930-CBF186227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E396-2855-C06A-03B7-B9698DA76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D7710-928E-0076-9F01-706D913DC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C72CC-073F-0E58-684D-4AE7E7081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C23DE-EB1A-4D0F-BF09-5A001C2E0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1FF0E-0C66-F9F7-0F3A-0F239253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05C11-D1E5-8208-AB00-A768056C8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CC204-4DF6-D2DC-DC2D-7726BF55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5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A6A80B-9026-3AB5-E65A-09D5BE969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F0879-E811-36BA-29DA-F0088D5F2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C5956-9C00-077D-483C-E0E5E2DA97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2F62D-BB0B-49D7-9823-BC036D2CB90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67184-93D7-A43E-9958-E02264489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ED8F0-50D0-9597-3862-9A383859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6D7ED-B5B0-4106-9527-196670B6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0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DD01-0B9D-EF06-6834-11B48B2E5B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3C857-FE2B-7420-FCD2-E0A5B44ADF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F4E3D-2F41-15A9-4E79-963F122EC6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33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AE5BE5-4107-E303-C3B5-1D8362055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342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0ABB0-C1A3-F381-CB47-75A5978B5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205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0206A-67BA-8459-BD11-34EDF3618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35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E312A-648B-B098-0EE8-869869D69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04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A19D9F-4536-8214-90C0-88DE40124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53742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E02A0-7CBE-2338-966A-ADCF8A792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96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EEABF-55FD-941B-8DE0-84FA31077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822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90ADE-4E8B-C683-F64A-29B18F603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0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1F88BC-2EB4-3D07-C96C-A408BBD5B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91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28B61-B55A-890C-7290-B5580FA2D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81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C80FF0-2C52-9BBD-6AA9-7EE7459F52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03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078B0-D3C9-8875-8725-89406DCB0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02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84004-862A-69A1-EC76-A90A0917D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86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</Words>
  <Application>Microsoft Office PowerPoint</Application>
  <PresentationFormat>Widescreen</PresentationFormat>
  <Paragraphs>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Vardhini Devadi</dc:creator>
  <cp:lastModifiedBy>Sreeja K.</cp:lastModifiedBy>
  <cp:revision>2</cp:revision>
  <dcterms:created xsi:type="dcterms:W3CDTF">2026-04-20T18:08:48Z</dcterms:created>
  <dcterms:modified xsi:type="dcterms:W3CDTF">2026-04-21T17:51:10Z</dcterms:modified>
</cp:coreProperties>
</file>